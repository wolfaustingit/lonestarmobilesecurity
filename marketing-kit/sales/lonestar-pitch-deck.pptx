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rgbClr val="12294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1A2B"/>
                    </a:solidFill>
                    <a:latin typeface="Barl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Overnight guard (12 hrs/night)</c:v>
                  </c:pt>
                  <c:pt idx="1">
                    <c:v>Tower + monitoring</c:v>
                  </c:pt>
                  <c:pt idx="2">
                    <c:v>Tower only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9000</c:v>
                </c:pt>
                <c:pt idx="1">
                  <c:v>900</c:v>
                </c:pt>
                <c:pt idx="2">
                  <c:v>750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1A2B"/>
                  </a:solidFill>
                  <a:latin typeface="Barlo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63"/>
                </a:solidFill>
                <a:latin typeface="Barlo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site: 'You've got a lot of copper and a lot of dark hours out there.' Replace [Client] and [Date]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'What walked off last quarter, and what did the delay cost?' Let them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picture: two cameras, the light ring, the mast. 'It's live the day it arrives.'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speed: days from yes to live, not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have existing cameras, ask whether those can read a plate at the back fence at 2 a.m.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2 a.m. story: light on, agent says 'you're on camera', call goes in, clip in the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'Is there power on site?' Almost always no. This slide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your monitoring provider's actual escalation policy before promising specifics.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total out loud: 'One tower with monitoring is $900 a month.'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the guard figure with a real local quote. The chart is native; edit the numbers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to the segment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this slide in during or right after the site 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lease: 'If the proposal matches what we walked, can we deliver Tuesday?'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463040" cy="3135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lonestarmobilesecurity/31b3a0e5-6280-5c29-b5e8-7b409f76dbe6/scratchpad/kit/07-media-deck/tower-trail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71224">
              <a:alpha val="45000"/>
            </a:srgbClr>
          </a:solidFill>
          <a:ln w="12700">
            <a:solidFill>
              <a:srgbClr val="071224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194560" cy="47029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HOUSTON, TX · SOLAR-POWERED MOBILE SECURITY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0116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Eyes on your site. </a:t>
            </a:r>
            <a:pPr indent="0" marL="0">
              <a:buNone/>
            </a:pPr>
            <a:r>
              <a:rPr lang="en-US" sz="4400" b="1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24/7.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337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C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4K security towers delivered, deployed, and monitored across Greater Houston.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C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Prepared for [Client]  ·  [Date]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Jobsites lose what the crew needs tomorrow.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Copper, tools, lumber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260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Walk off between shifts and over weekends. Replacement cost plus delay.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7373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92024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Equipment &amp; fuel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9260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Skid steers, generators, converters, and diesel are the fastest to sell.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92024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 power, no eyes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9260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Active sites and vacant properties have no utilities, so wired cameras never happen.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7373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920240"/>
            <a:ext cx="384048" cy="384048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Guards see one thing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92608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guard is $9,000+ a month, stands in one place, and can't record.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Assumption: guard at $25/hour × 12 hours × 30 nights. Use the real quote from your market.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lonestarmobilesecurity/31b3a0e5-6280-5c29-b5e8-7b409f76dbe6/scratchpad/kit/07-media-deck/tower-4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02336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65760"/>
            <a:ext cx="1463040" cy="31352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48056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1"/>
          <p:cNvSpPr txBox="1"/>
          <p:nvPr/>
        </p:nvSpPr>
        <p:spPr>
          <a:xfrm>
            <a:off x="4480560" y="11887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self-contained security tower we tow to your site.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4480560" y="228600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12-foot mast with two 4K cameras, 360° panoramic view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Motion-activated floodlight, siren, and two-way talk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Solar power with battery backup and built-in LTE, no utilities needed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video and plain-English alerts on your phone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Optional 24/7 professional monitoring by live agents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Delivered, set up, and serviced by Lonestar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Protected in three steps.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22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Book a consultation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20-minute site walk. We map entrances, laydown areas, and blind spots, and recommend tower count and placement.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22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 deliver &amp; deploy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8346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tow the tower in, level it, raise the mast, and bring the cameras online. Usually under an hour. No power or internet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548640" cy="54864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22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Watch, get alerts, relax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8346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view and descriptive alerts on your phone. Add monitoring and trained agents watch the site around the clock.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COVERAGE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See the whole site in crystal-clear 4K.</a:t>
            </a:r>
            <a:endParaRPr lang="en-US" sz="3200" dirty="0"/>
          </a:p>
        </p:txBody>
      </p:sp>
      <p:pic>
        <p:nvPicPr>
          <p:cNvPr id="6" name="Image 0" descr="/tmp/claude-0/-home-user-lonestarmobilesecurity/31b3a0e5-6280-5c29-b5e8-7b409f76dbe6/scratchpad/kit/07-media-deck/tower-4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554480"/>
            <a:ext cx="3566160" cy="301752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6459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4K cameras stitched into a 360° panorama from 12 feet up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 license plates and identify faces, day or night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Recorded motion events you can review and download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view from your phone, tablet, or laptop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Share access with your foreman or site manager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ALERTS &amp; DETERRENCE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Alerts that explain. Deterrence that stops it.</a:t>
            </a:r>
            <a:endParaRPr lang="en-US" sz="3200" dirty="0"/>
          </a:p>
        </p:txBody>
      </p:sp>
      <p:pic>
        <p:nvPicPr>
          <p:cNvPr id="6" name="Image 0" descr="/tmp/claude-0/-home-user-lonestarmobilesecurity/31b3a0e5-6280-5c29-b5e8-7b409f76dbe6/scratchpad/kit/07-media-deck/phone-aler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2651760" cy="2651760"/>
          </a:xfrm>
          <a:prstGeom prst="ellipse">
            <a:avLst/>
          </a:prstGeom>
        </p:spPr>
      </p:pic>
      <p:pic>
        <p:nvPicPr>
          <p:cNvPr id="7" name="Image 1" descr="/tmp/claude-0/-home-user-lonestarmobilesecurity/31b3a0e5-6280-5c29-b5e8-7b409f76dbe6/scratchpad/kit/07-media-deck/tower-ligh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600200"/>
            <a:ext cx="2651760" cy="2651760"/>
          </a:xfrm>
          <a:prstGeom prst="ellipse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"A white cement truck is driving on the gravel area."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246888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Plain-English descriptions, not just 'motion detected'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Alert zones and quiet hours for your own crew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Floodlight snaps on, siren sounds, agent speaks through the tower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Thieves pick the site next door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lonestarmobilesecurity/31b3a0e5-6280-5c29-b5e8-7b409f76dbe6/scratchpad/kit/07-media-deck/hero-pos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224">
              <a:alpha val="70000"/>
            </a:srgbClr>
          </a:solidFill>
          <a:ln w="12700">
            <a:solidFill>
              <a:srgbClr val="071224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463040" cy="3135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ZERO HOOKUPS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645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Runs on sunshine. Connects on its own.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457200" y="2834640"/>
            <a:ext cx="269748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28346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Solar array + battery backup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291840" y="2834640"/>
            <a:ext cx="269748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74720" y="28346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Built-in LTE (or Wi-Fi)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401568"/>
            <a:ext cx="269748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34015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 trenching, no electricians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91840" y="3401568"/>
            <a:ext cx="2697480" cy="43891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74720" y="34015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Works on raw dirt and vacant lots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24/7 MONITORING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Someone's watching. Even at 3 a.m.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12294A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$150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PER MONTH · PER SITE · EVERY TOWER INCLUDED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Trained agents review alerts in real time, around the clock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audio warnings to intruders through the tower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Escalation to local authorities when needed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Incident reports for your records and insurance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2 a.m. story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0574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Motion at the fuel tank. The floodlight snaps on. An agent sees a person, not a raccoon, and says through the speaker: "You are being recorded. Police have been notified." The call goes in. You get the clip with your coffee, and the diesel is still in the tank.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Monitoring response protocols are confirmed at setup.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PRICING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Two numbers. No surprises.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0233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Mobile Security Tower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$750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78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PER MONTH · PER TOWER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Delivery, placement &amp; setup in Greater Houston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Dual 4K cameras, 360°, 12 ft mast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Solar, battery backup, built-in LTE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Floodlight, siren &amp; two-way talk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 access: live view, recordings, alerts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4023360" cy="2880360"/>
          </a:xfrm>
          <a:prstGeom prst="roundRect">
            <a:avLst>
              <a:gd name="adj" fmla="val 3810"/>
            </a:avLst>
          </a:prstGeom>
          <a:solidFill>
            <a:srgbClr val="12294A"/>
          </a:solidFill>
          <a:ln w="19050">
            <a:solidFill>
              <a:srgbClr val="F2B13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9377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24/7 Site Monitoring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103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$150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5DCE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PER MONTH · PER SITE (ALL TOWERS)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1089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agents review alerts around the clock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Audio warnings to intruders through the tower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Escalation to authorities when needed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Incident reports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4E9F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flat rate, however many towers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lease, flexible for any project length. Pricing per month before applicable taxes.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VALUE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Less than a guard's week. Every month.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What one incident costs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10312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stolen skid steer: deductible plus a week of downtime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spool of copper wire: more than a month of tower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vacant-building fire or squatter: insurance and legal exposure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Guard assumption: $25/hr × 12 hrs × 30 nights = $9,000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WHO WE PROTECT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Anywhere you can park a trailer.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856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Construction sites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258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Tools, copper, lumber, appliances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6916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745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31920" y="1856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Equipment &amp; material yards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931920" y="2258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Fleet, fuel, converters, trailers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7452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20840" y="18562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Dealerships &amp; parking lots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258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Break-ins, converter theft, dumping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0632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4612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3227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Events &amp; festivals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3630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Staging, vendor rows, overnight gear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46120" y="30632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4612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31920" y="3227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Vacant &amp; rental properties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3931920" y="3630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Squatters, scrappers, insurance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035040" y="30632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4612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720840" y="3227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Retail &amp; industrial parks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6720840" y="3630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 lots, loading docks, corners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SERVICE AREA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Proudly serving Greater Houston.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120640" y="164592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240280"/>
            <a:ext cx="2194560" cy="19246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691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91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Houston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00200" y="1691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00200" y="1691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Katy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0" y="1691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1691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Sugar Land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86200" y="1691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86200" y="1691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Woodlands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1671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167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Pearland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21671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600200" y="2167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Pasadena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0" y="21671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0" y="2167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Baytown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886200" y="21671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86200" y="2167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Cypress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64261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2642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Spring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600200" y="264261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00200" y="2642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Humble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743200" y="264261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743200" y="2642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League City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886200" y="264261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886200" y="2642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Conroe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" y="311810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7200" y="31181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Missouri City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600200" y="311810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600200" y="31181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Rosenberg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743200" y="311810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743200" y="31181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Tomball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886200" y="311810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5F6F9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886200" y="31181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C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Galveston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Outside the list? Ask. We can usually make it work.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310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YOUR SITE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Recommended for [Site name]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91440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Item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Qty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Monthly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Total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Mobile Security Tower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[2]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$750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[$1,500]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24/7 Site Monitoring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$150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$150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A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Total per month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[$1,650]</a:t>
                      </a:r>
                      <a:endParaRPr lang="en-US" sz="12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76072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3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Placement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0574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Tower 1: [north gate, clear sky, covers entrance and office trailer]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Tower 2: [laydown yard, covers material stacks and rear fence]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Alerts to: [names]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B4A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 delivery: [date]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Replace bracketed fields. Monthly lease; add or remove towers as the project changes.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502920"/>
            <a:ext cx="2377440" cy="208501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Let's get a tower on your site this week.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05840" y="35204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1. Sign the proposal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74720" y="35204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47472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2. We deliver &amp; deploy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35204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3. You get the alerts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[Your Name]  ·  [Phone]  ·  info@lonestarmobilesecurity.com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B13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lonestarmobilesecurity.com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Eyes on your site. 24/7.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Lonestar Mobile Security Pitch Deck</dc:title>
  <dc:subject>PptxGenJS Presentation</dc:subject>
  <dc:creator>Lonestar Mobile Security</dc:creator>
  <cp:lastModifiedBy>Lonestar Mobile Security</cp:lastModifiedBy>
  <cp:revision>1</cp:revision>
  <dcterms:created xsi:type="dcterms:W3CDTF">2026-09-04T17:25:17Z</dcterms:created>
  <dcterms:modified xsi:type="dcterms:W3CDTF">2026-09-04T17:25:17Z</dcterms:modified>
</cp:coreProperties>
</file>